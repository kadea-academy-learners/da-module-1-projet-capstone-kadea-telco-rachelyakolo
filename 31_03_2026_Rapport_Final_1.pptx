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5" r:id="rId4"/>
    <p:sldId id="260" r:id="rId5"/>
    <p:sldId id="263" r:id="rId6"/>
    <p:sldId id="266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61992" autoAdjust="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BCE0A-D4FC-4718-98E4-77B53AF9C692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A6F-A145-465F-AF56-7A0DC41244D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722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3FA6F-A145-465F-AF56-7A0DC41244D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30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ACDB3F-1782-7461-49B2-AC286361D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F323FE-7A68-50BE-C30F-60C273B40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FE3BAB-B62C-A6AA-4D48-5EADE3C8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FC8C23-01D6-9278-CC2D-67E62A8A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F6C7F9-B007-35E0-E9C2-E534A0C7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605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9EC2B-4D80-3EAC-A3C7-C2603AD5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39CFF8-E906-C45F-0E15-E6D1B10CC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C8CC67-0989-CF53-6C9B-D36B1BB8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E2D0A0-4225-2DC2-2B5B-08231949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1C34A3-5D71-8D8C-354F-244B2AA9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322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9C7B0-A096-FAFE-F0B1-C2CD1732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3CAD08-4131-0E10-32CA-F0511732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4F02DB-C32F-C7B4-77C9-8E11632A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AD2ED8-D90A-46D5-AC4D-EC04938D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29F52-C863-2567-95FB-D33BA7AA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44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0795AD-F678-7E52-97ED-C5010418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6678F1-D8CC-6E05-7A87-4E99FAFD1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0517AD-6EEB-C15C-BD22-16C698DE1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BF0B2B-78D4-04DF-931D-EF1B4FA1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66E08E-97B2-C5B9-491B-2E507A68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A65790-747E-F128-48FC-5CFF7BD9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6376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57BEC4-BF9F-C985-3C35-B7EA9537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41F190-D15F-9820-79B8-416C53F9A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7F977B-3B0D-5281-10F0-FE6C6C83F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0D62C47-1E74-DC5F-A3F4-2606F7B4B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9AF7EE-2E7F-E47D-97CF-052D84B07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4E3E3DB-A898-BAB6-6DFF-BA107E4C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476DC2E-5B63-D667-70D9-D99357558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C0A897E-F91D-889C-7E90-486CEB21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2884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86266-23B9-6464-F82E-EC176CCA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E85546-A0A7-E04E-5129-0DE334D0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B5A1AB8-0F28-C8A9-7CA0-ABDC8812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CC7FF7-91BB-A944-3AD1-F1627995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021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721103-38BD-4B9E-A00C-A31624B4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4A27F65-89B4-D22A-0F22-8209342B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C6F6BD-AAAC-54B3-79A4-94B54D0A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884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512466-2610-E6FF-116E-08BBAB6A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61362C-2042-10EA-545B-58B8B665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448471-5CDC-053E-D525-846032681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AF70FD-3B2F-F76E-6FDA-9764A02C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A18E86-C068-02E4-1547-5AE89322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548A6E-DD63-A30B-6820-390A269B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381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E90481-A30E-82F5-A593-947AE63AE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7D9C5A5-83D4-6366-B550-15256C9B8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DCED41-0004-3F6D-9F3B-EF11C7E0C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DF8B3-AC58-91C7-E7A9-644FAB4B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CA2939-96E2-08F3-FD94-41E4461F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A2D167-7FB7-9693-DC05-8C63DEFE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467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44EE4D-E5C1-2E9C-EBE3-7697FA67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742BA9-9578-AD81-4C29-61CD44E4B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517483-198A-6F26-AFFD-7D13D73A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C72757-C83F-3AA6-C964-C36C504A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E99F3F-00AD-8BC5-AC69-CD51CDB8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487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F10CFF6-06A1-5885-1D5F-4E6981C67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34E0F6-0A75-E183-FA6D-AA6531F7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22B769-B342-69F0-495F-7512059E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20388B-E4AC-19BC-E585-7788DED1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EDF5DC-40DA-97FE-C046-66D33DAD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273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9693CCC-4C28-903D-E29F-27B8DBE99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D8F426-EEB1-9048-1ACE-FAA3E06B8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B55430-C0C9-940D-5B57-F50BCAC1E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83204-15E3-40B9-BDCC-F64F79AD84FC}" type="datetimeFigureOut">
              <a:rPr lang="fr-FR" smtClean="0"/>
              <a:t>31/03/2026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19E299-14FF-032E-AB84-FEC752E22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AD377-E640-9F62-6467-87D2932B0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B4A16-382F-4B68-95B5-FB37A53BCAD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503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C63D7-8FB3-3A73-18FC-8A00CEEBD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735"/>
            <a:ext cx="9144000" cy="2271252"/>
          </a:xfrm>
        </p:spPr>
        <p:txBody>
          <a:bodyPr>
            <a:normAutofit fontScale="90000"/>
          </a:bodyPr>
          <a:lstStyle/>
          <a:p>
            <a:r>
              <a:rPr lang="fr-FR" dirty="0"/>
              <a:t>Rapport de Projet Data – Kadea Telco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020D55-853E-18C0-F5A6-5DCB855BC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690" y="2787445"/>
            <a:ext cx="11267768" cy="3937820"/>
          </a:xfrm>
        </p:spPr>
        <p:txBody>
          <a:bodyPr/>
          <a:lstStyle/>
          <a:p>
            <a:r>
              <a:rPr lang="fr-FR" sz="4000" dirty="0"/>
              <a:t>Présenté par :Yakolo luzaka </a:t>
            </a:r>
            <a:r>
              <a:rPr lang="fr-FR" sz="4000" dirty="0" err="1"/>
              <a:t>rachel</a:t>
            </a:r>
            <a:endParaRPr lang="fr-FR" sz="4000" b="1" dirty="0"/>
          </a:p>
          <a:p>
            <a:r>
              <a:rPr lang="fr-FR" sz="4000" dirty="0"/>
              <a:t>Destinataire : Direction Générale &amp; Direction Technique</a:t>
            </a:r>
          </a:p>
          <a:p>
            <a:r>
              <a:rPr lang="fr-FR" sz="4000" dirty="0"/>
              <a:t>Date : 30/03/2026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6124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1BF5A-B701-CD57-EF00-C03CF894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1. </a:t>
            </a:r>
            <a:r>
              <a:rPr lang="fr-FR" b="1" u="sng" dirty="0">
                <a:solidFill>
                  <a:srgbClr val="FF0000"/>
                </a:solidFill>
              </a:rPr>
              <a:t>Contexte et Enjeux Stratégiques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2D0A82-48BB-C7A6-1071-EE199C7EC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4000" dirty="0"/>
              <a:t>Kadea Telco, opérateur historique du secteur des télécommunications, traverse une période critique marquée par :</a:t>
            </a:r>
          </a:p>
          <a:p>
            <a:r>
              <a:rPr lang="fr-FR" sz="4000" dirty="0"/>
              <a:t>Une instabilité réseau entrainant des interruptions de service fréquentes.</a:t>
            </a:r>
          </a:p>
          <a:p>
            <a:r>
              <a:rPr lang="fr-FR" sz="4000" dirty="0"/>
              <a:t>Une concurrence accrue sur les offres mobiles et internet.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337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1401C-8F69-354D-A5CF-F73D5BDB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rgbClr val="FF0000"/>
                </a:solidFill>
              </a:rPr>
              <a:t>Objectif Principal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6D3BEA-6F3D-5AB6-02FF-878B0C2DF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9301"/>
            <a:ext cx="10515600" cy="3452884"/>
          </a:xfrm>
        </p:spPr>
        <p:txBody>
          <a:bodyPr/>
          <a:lstStyle/>
          <a:p>
            <a:r>
              <a:rPr lang="fr-FR" dirty="0"/>
              <a:t>L  objectif est  de prioriser les régions les plus critiques et de formuler des recommandations stratégiques a destination du Directeur General.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293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29B02C70-598A-76A0-A96B-32FA3A039BCF}"/>
              </a:ext>
            </a:extLst>
          </p:cNvPr>
          <p:cNvSpPr txBox="1"/>
          <p:nvPr/>
        </p:nvSpPr>
        <p:spPr>
          <a:xfrm>
            <a:off x="191069" y="476548"/>
            <a:ext cx="11696131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FF0000"/>
                </a:solidFill>
              </a:rPr>
              <a:t>3.</a:t>
            </a:r>
            <a:r>
              <a:rPr lang="fr-FR" sz="3200" u="sng" dirty="0">
                <a:solidFill>
                  <a:srgbClr val="FF0000"/>
                </a:solidFill>
              </a:rPr>
              <a:t>Identification des 3 régions les plus critiques</a:t>
            </a:r>
          </a:p>
          <a:p>
            <a:endParaRPr lang="fr-FR" sz="3200" u="sng" dirty="0">
              <a:solidFill>
                <a:srgbClr val="FF0000"/>
              </a:solidFill>
            </a:endParaRPr>
          </a:p>
          <a:p>
            <a:r>
              <a:rPr lang="fr-FR" sz="3200" dirty="0"/>
              <a:t> j’ai cité trois provinces les 3 régions :</a:t>
            </a:r>
          </a:p>
          <a:p>
            <a:endParaRPr lang="fr-FR" sz="3200" dirty="0"/>
          </a:p>
          <a:p>
            <a:pPr marL="514350" indent="-514350">
              <a:buFont typeface="+mj-lt"/>
              <a:buAutoNum type="arabicPeriod"/>
            </a:pPr>
            <a:r>
              <a:rPr lang="fr-FR" sz="3200" dirty="0"/>
              <a:t>Kongo-central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/>
              <a:t>Haut-Katanga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/>
              <a:t>Haut-Uele</a:t>
            </a:r>
          </a:p>
          <a:p>
            <a:endParaRPr lang="fr-FR" sz="3200" dirty="0"/>
          </a:p>
          <a:p>
            <a:r>
              <a:rPr lang="fr-FR" sz="3200" dirty="0"/>
              <a:t>Elles sont les provinces les plus touchées liées aux plusieurs pannes d’antennes et ayant la durée de panne la plus longue.</a:t>
            </a:r>
          </a:p>
          <a:p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3200" dirty="0"/>
          </a:p>
          <a:p>
            <a:endParaRPr lang="fr-FR" sz="3200" dirty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03670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337EA90E-AE3D-4BA9-80C6-52D5EF5F9CD1}"/>
              </a:ext>
            </a:extLst>
          </p:cNvPr>
          <p:cNvSpPr txBox="1"/>
          <p:nvPr/>
        </p:nvSpPr>
        <p:spPr>
          <a:xfrm>
            <a:off x="0" y="0"/>
            <a:ext cx="12192001" cy="6176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FF0000"/>
                </a:solidFill>
              </a:rPr>
              <a:t>5.</a:t>
            </a:r>
            <a:r>
              <a:rPr lang="fr-FR" sz="3200" u="sng" dirty="0">
                <a:solidFill>
                  <a:srgbClr val="FF0000"/>
                </a:solidFill>
              </a:rPr>
              <a:t>Recommandations stratégiques</a:t>
            </a:r>
          </a:p>
          <a:p>
            <a:endParaRPr lang="fr-FR" sz="3200" dirty="0"/>
          </a:p>
          <a:p>
            <a:pPr>
              <a:lnSpc>
                <a:spcPct val="150000"/>
              </a:lnSpc>
            </a:pPr>
            <a:r>
              <a:rPr lang="fr-FR" sz="3200" dirty="0"/>
              <a:t>1.Renforce la maintenance préventive dans les régions critiques.</a:t>
            </a:r>
          </a:p>
          <a:p>
            <a:pPr>
              <a:lnSpc>
                <a:spcPct val="150000"/>
              </a:lnSpc>
            </a:pPr>
            <a:r>
              <a:rPr lang="fr-FR" sz="3200" dirty="0"/>
              <a:t>2.Prioriser les investissements réseau sur les nœuds  de transmission le plus défaillant.</a:t>
            </a:r>
          </a:p>
          <a:p>
            <a:pPr>
              <a:lnSpc>
                <a:spcPct val="150000"/>
              </a:lnSpc>
            </a:pPr>
            <a:r>
              <a:rPr lang="fr-FR" sz="3200" dirty="0"/>
              <a:t>3.Deployer un modelé de scoring  de churn pour anticiper les départs clients a  haut risque.</a:t>
            </a:r>
          </a:p>
          <a:p>
            <a:pPr>
              <a:lnSpc>
                <a:spcPct val="150000"/>
              </a:lnSpc>
            </a:pPr>
            <a:r>
              <a:rPr lang="fr-FR" sz="3200" dirty="0"/>
              <a:t>4.Lancer un plan de reconquête cible sur les clients impactes par des pannes répétées.</a:t>
            </a:r>
          </a:p>
        </p:txBody>
      </p:sp>
    </p:spTree>
    <p:extLst>
      <p:ext uri="{BB962C8B-B14F-4D97-AF65-F5344CB8AC3E}">
        <p14:creationId xmlns:p14="http://schemas.microsoft.com/office/powerpoint/2010/main" val="275250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83F5A9-F053-2D7D-93CB-EBD76118EC1D}"/>
              </a:ext>
            </a:extLst>
          </p:cNvPr>
          <p:cNvSpPr/>
          <p:nvPr/>
        </p:nvSpPr>
        <p:spPr>
          <a:xfrm>
            <a:off x="668740" y="491319"/>
            <a:ext cx="11027391" cy="464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4400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7D3375-B30F-7B4B-4183-7679B1AE246A}"/>
              </a:ext>
            </a:extLst>
          </p:cNvPr>
          <p:cNvSpPr/>
          <p:nvPr/>
        </p:nvSpPr>
        <p:spPr>
          <a:xfrm>
            <a:off x="341194" y="1187355"/>
            <a:ext cx="11354937" cy="132383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La survie de kadea telco dépend de la capacité à transformer la donnée en levier des décisions</a:t>
            </a:r>
            <a:r>
              <a:rPr lang="fr-FR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50887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220</Words>
  <Application>Microsoft Office PowerPoint</Application>
  <PresentationFormat>Grand écran</PresentationFormat>
  <Paragraphs>33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Rapport de Projet Data – Kadea Telco </vt:lpstr>
      <vt:lpstr>1. Contexte et Enjeux Stratégiques </vt:lpstr>
      <vt:lpstr>Objectif Principal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yakolo</dc:creator>
  <cp:lastModifiedBy>RACHEL yakolo</cp:lastModifiedBy>
  <cp:revision>17</cp:revision>
  <dcterms:created xsi:type="dcterms:W3CDTF">2026-03-29T06:20:47Z</dcterms:created>
  <dcterms:modified xsi:type="dcterms:W3CDTF">2026-03-31T19:20:19Z</dcterms:modified>
</cp:coreProperties>
</file>